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6" d="100"/>
          <a:sy n="76" d="100"/>
        </p:scale>
        <p:origin x="54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264B9-3499-4447-86EC-8FA3774C20E1}" type="datetimeFigureOut">
              <a:rPr lang="en-US" smtClean="0"/>
              <a:t>9/13/2015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C6A77-C00A-4C00-B0EF-CB5336BE6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653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264B9-3499-4447-86EC-8FA3774C20E1}" type="datetimeFigureOut">
              <a:rPr lang="en-US" smtClean="0"/>
              <a:t>9/13/2015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C6A77-C00A-4C00-B0EF-CB5336BE6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33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264B9-3499-4447-86EC-8FA3774C20E1}" type="datetimeFigureOut">
              <a:rPr lang="en-US" smtClean="0"/>
              <a:t>9/13/2015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C6A77-C00A-4C00-B0EF-CB5336BE6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777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264B9-3499-4447-86EC-8FA3774C20E1}" type="datetimeFigureOut">
              <a:rPr lang="en-US" smtClean="0"/>
              <a:t>9/13/2015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C6A77-C00A-4C00-B0EF-CB5336BE6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895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264B9-3499-4447-86EC-8FA3774C20E1}" type="datetimeFigureOut">
              <a:rPr lang="en-US" smtClean="0"/>
              <a:t>9/13/2015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C6A77-C00A-4C00-B0EF-CB5336BE6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474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264B9-3499-4447-86EC-8FA3774C20E1}" type="datetimeFigureOut">
              <a:rPr lang="en-US" smtClean="0"/>
              <a:t>9/13/2015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C6A77-C00A-4C00-B0EF-CB5336BE6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021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264B9-3499-4447-86EC-8FA3774C20E1}" type="datetimeFigureOut">
              <a:rPr lang="en-US" smtClean="0"/>
              <a:t>9/13/2015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C6A77-C00A-4C00-B0EF-CB5336BE6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389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264B9-3499-4447-86EC-8FA3774C20E1}" type="datetimeFigureOut">
              <a:rPr lang="en-US" smtClean="0"/>
              <a:t>9/13/2015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C6A77-C00A-4C00-B0EF-CB5336BE6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871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264B9-3499-4447-86EC-8FA3774C20E1}" type="datetimeFigureOut">
              <a:rPr lang="en-US" smtClean="0"/>
              <a:t>9/13/2015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C6A77-C00A-4C00-B0EF-CB5336BE6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376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264B9-3499-4447-86EC-8FA3774C20E1}" type="datetimeFigureOut">
              <a:rPr lang="en-US" smtClean="0"/>
              <a:t>9/13/2015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C6A77-C00A-4C00-B0EF-CB5336BE6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079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264B9-3499-4447-86EC-8FA3774C20E1}" type="datetimeFigureOut">
              <a:rPr lang="en-US" smtClean="0"/>
              <a:t>9/13/2015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C6A77-C00A-4C00-B0EF-CB5336BE6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997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D264B9-3499-4447-86EC-8FA3774C20E1}" type="datetimeFigureOut">
              <a:rPr lang="en-US" smtClean="0"/>
              <a:t>9/13/2015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EC6A77-C00A-4C00-B0EF-CB5336BE63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704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ntuit.ru/studies/courses/92/92/lecture/2795?page=2" TargetMode="External"/><Relationship Id="rId2" Type="http://schemas.openxmlformats.org/officeDocument/2006/relationships/hyperlink" Target="http://rsusu1.rnd.runnet.ru/tutor/method/m1/page03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rsusu1.rnd.runnet.ru/tutor/method/m1/page06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История вычислительной техники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701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План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Векторно-конвеерные компьютеры</a:t>
            </a:r>
          </a:p>
          <a:p>
            <a:r>
              <a:rPr lang="ru-RU" dirty="0" smtClean="0"/>
              <a:t>Параллельные компьютеры с общей памятью</a:t>
            </a:r>
          </a:p>
          <a:p>
            <a:r>
              <a:rPr lang="ru-RU" dirty="0" smtClean="0"/>
              <a:t>Массивно-параллельные компьютеры с распределенной памятью</a:t>
            </a:r>
          </a:p>
          <a:p>
            <a:r>
              <a:rPr lang="ru-RU" dirty="0" smtClean="0"/>
              <a:t>Кластерные компьютеры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359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</a:t>
            </a:r>
            <a:r>
              <a:rPr lang="ru-RU" dirty="0" smtClean="0"/>
              <a:t>екторно-конвеерные компьютеры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конвейерная организация обработки потока команд</a:t>
            </a:r>
          </a:p>
          <a:p>
            <a:r>
              <a:rPr lang="ru-RU" dirty="0" smtClean="0"/>
              <a:t>введение в систему команд набора векторных операций, которые позволяют оперировать с целыми массивами данных </a:t>
            </a:r>
          </a:p>
          <a:p>
            <a:r>
              <a:rPr lang="ru-RU" dirty="0" smtClean="0"/>
              <a:t>Не требуют специальной технологии программирования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184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</a:t>
            </a:r>
            <a:r>
              <a:rPr lang="ru-RU" dirty="0" smtClean="0"/>
              <a:t>араллельные компьютеры с общей памятью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относительная простота программирования</a:t>
            </a:r>
          </a:p>
          <a:p>
            <a:r>
              <a:rPr lang="ru-RU" dirty="0" smtClean="0"/>
              <a:t>Вся оперативная память разделяется между несколькими одинаковыми процессорами. </a:t>
            </a:r>
          </a:p>
          <a:p>
            <a:r>
              <a:rPr lang="ru-RU" dirty="0" smtClean="0"/>
              <a:t>число процессоров, имеющих доступ к общей памяти, нельзя сделать большим.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200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</a:t>
            </a:r>
            <a:r>
              <a:rPr lang="ru-RU" dirty="0" smtClean="0"/>
              <a:t>ассивно-параллельные компьютеры с распределенной памятью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 smtClean="0"/>
              <a:t>в машинах с раздельной памятью каждый процессор имеет доступ только к своей локальной памяти, в связи с чем не возникает необходимости в потактовой синхронизации процессоров.</a:t>
            </a:r>
          </a:p>
          <a:p>
            <a:r>
              <a:rPr lang="ru-RU" dirty="0" smtClean="0"/>
              <a:t>    отсутствие общей памяти заметно снижает скорость межпроцессорного обмена, поскольку нет общей среды для хранения данных, предназначенных для обмена между процессорами. Требуется специальная техника программирования для реализации обмена сообщениями между процессорами;</a:t>
            </a:r>
          </a:p>
          <a:p>
            <a:r>
              <a:rPr lang="ru-RU" dirty="0" smtClean="0"/>
              <a:t>    каждый процессор может использовать только ограниченный объём локального банка памяти;</a:t>
            </a:r>
          </a:p>
          <a:p>
            <a:r>
              <a:rPr lang="ru-RU" dirty="0" smtClean="0"/>
              <a:t>    вследствие указанных архитектурных недостатков требуются значительные усилия для того, чтобы максимально использовать системные ресурсы. Именно этим определяется высокая цена программного обеспечения для массово-параллельных систем с раздельной памятью.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6421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Кластерные компьютеры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позволяют для достижения необходимой производительности объединять в единые вычислительные системы компьютеры самого разного типа</a:t>
            </a:r>
          </a:p>
          <a:p>
            <a:r>
              <a:rPr lang="ru-RU" dirty="0" smtClean="0"/>
              <a:t>удешевляет стоимость вычислительной системы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8457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Заключение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237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http://rsusu1.rnd.runnet.ru/tutor/method/m1/page03.html</a:t>
            </a:r>
            <a:endParaRPr lang="ru-RU" dirty="0" smtClean="0"/>
          </a:p>
          <a:p>
            <a:r>
              <a:rPr lang="en-US" dirty="0" smtClean="0">
                <a:hlinkClick r:id="rId3"/>
              </a:rPr>
              <a:t>http://</a:t>
            </a:r>
            <a:r>
              <a:rPr lang="en-US" dirty="0" smtClean="0">
                <a:hlinkClick r:id="rId3"/>
              </a:rPr>
              <a:t>www.intuit.ru/studies/courses/92/92/lecture/2795?page=2</a:t>
            </a:r>
            <a:endParaRPr lang="ru-RU" dirty="0" smtClean="0"/>
          </a:p>
          <a:p>
            <a:r>
              <a:rPr lang="en-US" dirty="0">
                <a:hlinkClick r:id="rId4"/>
              </a:rPr>
              <a:t>http://</a:t>
            </a:r>
            <a:r>
              <a:rPr lang="en-US" dirty="0" smtClean="0">
                <a:hlinkClick r:id="rId4"/>
              </a:rPr>
              <a:t>rsusu1.rnd.runnet.ru/tutor/method/m1/page06.html</a:t>
            </a:r>
            <a:endParaRPr lang="ru-RU" dirty="0" smtClean="0"/>
          </a:p>
          <a:p>
            <a:endParaRPr lang="ru-RU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135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215</Words>
  <Application>Microsoft Office PowerPoint</Application>
  <PresentationFormat>Widescreen</PresentationFormat>
  <Paragraphs>26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История вычислительной техники</vt:lpstr>
      <vt:lpstr>План</vt:lpstr>
      <vt:lpstr>Векторно-конвеерные компьютеры</vt:lpstr>
      <vt:lpstr>Параллельные компьютеры с общей памятью</vt:lpstr>
      <vt:lpstr>Массивно-параллельные компьютеры с распределенной памятью</vt:lpstr>
      <vt:lpstr>Кластерные компьютеры</vt:lpstr>
      <vt:lpstr>Заключение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История вычислительной техники</dc:title>
  <dc:creator>Anvar Adylov</dc:creator>
  <cp:lastModifiedBy>Anvar Adylov</cp:lastModifiedBy>
  <cp:revision>4</cp:revision>
  <dcterms:created xsi:type="dcterms:W3CDTF">2015-09-13T12:08:59Z</dcterms:created>
  <dcterms:modified xsi:type="dcterms:W3CDTF">2015-09-13T12:21:39Z</dcterms:modified>
</cp:coreProperties>
</file>